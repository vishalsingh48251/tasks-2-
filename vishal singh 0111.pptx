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singh" userId="ce679f85993986ec" providerId="LiveId" clId="{DE162160-4763-476C-80F1-CC041490549B}"/>
    <pc:docChg chg="modSld">
      <pc:chgData name="vishal singh" userId="ce679f85993986ec" providerId="LiveId" clId="{DE162160-4763-476C-80F1-CC041490549B}" dt="2026-06-23T04:25:40.194" v="18" actId="20577"/>
      <pc:docMkLst>
        <pc:docMk/>
      </pc:docMkLst>
      <pc:sldChg chg="modSp mod">
        <pc:chgData name="vishal singh" userId="ce679f85993986ec" providerId="LiveId" clId="{DE162160-4763-476C-80F1-CC041490549B}" dt="2026-06-23T04:25:40.194" v="18" actId="20577"/>
        <pc:sldMkLst>
          <pc:docMk/>
          <pc:sldMk cId="858310267" sldId="256"/>
        </pc:sldMkLst>
        <pc:spChg chg="mod">
          <ac:chgData name="vishal singh" userId="ce679f85993986ec" providerId="LiveId" clId="{DE162160-4763-476C-80F1-CC041490549B}" dt="2026-06-23T04:25:40.194" v="18" actId="20577"/>
          <ac:spMkLst>
            <pc:docMk/>
            <pc:sldMk cId="858310267" sldId="256"/>
            <ac:spMk id="3" creationId="{477F3FB0-4D32-2D60-9A33-F0A3512E1D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7CAA-F9E7-8C4F-0011-0491D171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C608-DB73-528F-3686-1C6F235E9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B34D-6AFF-3918-2058-0B9DB326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1B49-47C9-30E0-628A-BB9611FB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0CE3-3256-44B9-E976-0CD440BD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082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2743-4914-EA83-F8FD-9EFF63A4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A371-A69D-07E3-3E90-8B8F3CC29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F18C-49AD-9FBD-D93F-E0E73DA1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AC81-14A7-1D6F-2401-C75B68B7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FFB24-33D5-786E-A116-EA3810BB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3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C1A3-4877-80BE-5AB7-0238F01B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B5986-607A-EAAD-586B-474FE4EF9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89D2-B934-708F-D213-F8F4C8EC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BFADB-B364-1E22-AFC5-528BB84D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71905-E6D9-2F6C-5CF5-06578077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526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691C-CF88-ABDC-6635-0B694EAA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0132-FD01-184B-B807-DB51C0431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CD638-706F-EE73-11C6-8724A5006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65661-F062-1B64-B64A-4FFE0E06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323AB-68EE-B769-ED5B-8C65A1EC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FA9C2-0E33-F871-A8D0-97BDB12E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5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CB02-1D16-EC68-B31A-1F9DFB21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070C6-ABE2-87A1-FA91-2C7B4A30F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938B7-2134-F85E-3BB8-8D9406058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0579E-F525-2ED7-0EB9-A7A8220CC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52A60-C08D-4CAB-DB53-2C8E539A0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2DDA7-6658-D3C3-BCC4-BA65C981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98CEA9-AC99-ABB6-FB4B-DF26163A5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6BE61-624F-930B-65BA-55C40338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2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B60E-EB15-C650-4A12-940DEE63E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7472B-90A3-E5F2-A7FF-3EC14CB2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3F20AF-0C65-1C36-CEA5-B471B462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6C481-A8CF-6096-3E16-104C9798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26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6B057-79A9-25D0-070B-201C608F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28BC5-35E3-587D-3A2B-CF4B1A49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1B009-577E-5495-B324-28F77357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55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E22B-A5BC-BC98-568B-0A5EBC71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BED9-E214-2F93-72F5-2857D2461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3E8C7-5B96-8E1F-2192-CEBC9FBA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785E6-B326-1FD1-0881-A669663B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CF703-964E-0161-DA7B-63021D1D4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E16ED-D884-E3AF-EA59-8C5C078B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65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B038-26E8-0389-8A0E-D9062A37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28224-8F5A-44FC-7D33-A46DFD68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9F36B-55FA-DCFB-8F71-5EB1B6832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35B8F-E0D3-106E-A16C-DA67C33D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1F8FE-B766-7ABE-E474-9E339727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8C3FF-07E4-7B73-0583-79A944E1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59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D5BE-0572-3F37-63DB-377C491F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5C7B9-6CC7-6342-F4EE-719A155CF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ACECF-94D9-5F57-875E-9BD7F140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07914-E923-A220-3613-96777F2A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D661E-C3A2-2F52-EB86-0F2C85E6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406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EBF93-DCD5-5816-359F-29282DEC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7B0C4-E295-22F0-3270-7220EB8DB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C247-3B43-B280-F00D-CDB03CD4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400E-0BA0-9DFD-DB7C-460DD652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913C-4BA5-3FE2-139A-B6810182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67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1F7F2-D7F9-B13C-C77F-6C768A93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6AEC9-6B4A-6685-B2F7-18F53DCD4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E17FE-2978-D3BC-FF69-33F06C848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1D9C6-79B2-4F83-AF51-87ADAB74DC2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A8BC-8E8A-85E1-812C-A8EF55530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B626-68D2-4D52-C92D-E1FB6779C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A9241-9CDC-44BC-9E9D-6D7ED1DA7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7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C18A-CA94-2B87-5478-8156032DD9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Phishing Awareness Training</a:t>
            </a:r>
            <a:br>
              <a:rPr lang="en-IN" dirty="0"/>
            </a:br>
            <a:r>
              <a:rPr lang="en-IN" dirty="0"/>
              <a:t>    </a:t>
            </a:r>
            <a:r>
              <a:rPr lang="en-US" dirty="0"/>
              <a:t>Understanding and Preventing Phishing Attacks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F3FB0-4D32-2D60-9A33-F0A3512E1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3" y="3857889"/>
            <a:ext cx="9144000" cy="1877747"/>
          </a:xfrm>
        </p:spPr>
        <p:txBody>
          <a:bodyPr>
            <a:normAutofit/>
          </a:bodyPr>
          <a:lstStyle/>
          <a:p>
            <a:r>
              <a:rPr lang="en-US" sz="2800" b="1" dirty="0"/>
              <a:t>Prepared By:</a:t>
            </a:r>
            <a:r>
              <a:rPr lang="en-US" sz="2800" dirty="0"/>
              <a:t> [Vishal singh]</a:t>
            </a:r>
            <a:br>
              <a:rPr lang="en-US" sz="2800" dirty="0"/>
            </a:br>
            <a:r>
              <a:rPr lang="en-US" sz="2800" dirty="0"/>
              <a:t>                         </a:t>
            </a:r>
            <a:r>
              <a:rPr lang="en-US" sz="2800" b="1" dirty="0"/>
              <a:t>Internship:</a:t>
            </a:r>
            <a:r>
              <a:rPr lang="en-US" sz="2800" dirty="0"/>
              <a:t> Code Alpha Cyber Security</a:t>
            </a:r>
          </a:p>
          <a:p>
            <a:r>
              <a:rPr lang="en-US" sz="2800"/>
              <a:t>Task   :-2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831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44C9-3E33-5AB5-9BEC-86D8A886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of </a:t>
            </a:r>
            <a:r>
              <a:rPr lang="en-IN" dirty="0"/>
              <a:t>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1693-E09C-A6C8-5159-DF4DD7A29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is a cyber attack where attackers pretend to be trusted organizations or individuals to steal sensitive information such as:</a:t>
            </a:r>
          </a:p>
          <a:p>
            <a:r>
              <a:rPr lang="en-US" dirty="0"/>
              <a:t>Usernames </a:t>
            </a:r>
          </a:p>
          <a:p>
            <a:r>
              <a:rPr lang="en-US" dirty="0"/>
              <a:t>Passwords </a:t>
            </a:r>
          </a:p>
          <a:p>
            <a:r>
              <a:rPr lang="en-US" dirty="0"/>
              <a:t>Bank details </a:t>
            </a:r>
          </a:p>
          <a:p>
            <a:r>
              <a:rPr lang="en-US" dirty="0"/>
              <a:t>Credit card information</a:t>
            </a:r>
          </a:p>
          <a:p>
            <a:r>
              <a:rPr lang="en-IN" dirty="0"/>
              <a:t>OTPs</a:t>
            </a:r>
          </a:p>
          <a:p>
            <a:r>
              <a:rPr lang="en-US" dirty="0"/>
              <a:t>The goal is to trick victims into revealing confidential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9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20CA-90B9-500A-60B9-ECA63410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067" y="365125"/>
            <a:ext cx="10862733" cy="1325563"/>
          </a:xfrm>
        </p:spPr>
        <p:txBody>
          <a:bodyPr/>
          <a:lstStyle/>
          <a:p>
            <a:r>
              <a:rPr lang="en-IN" dirty="0"/>
              <a:t>How Phishing Works : -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83961F4-D1A7-5E83-0B3E-541C6B3F05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0005" y="1759312"/>
            <a:ext cx="10319951" cy="3339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Attacker creates a fake email or website.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Victim receives a message that appears legitimate.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Victim clicks a malicious link.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Victim enters personal information.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Attacker steals the information.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0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AEE0-3E83-503E-5D74-0DAA5F7A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Phishing :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24C3-27BB-D394-3F2B-58D84131E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 :- Email Phishing :-</a:t>
            </a:r>
          </a:p>
          <a:p>
            <a:pPr marL="0" indent="0">
              <a:buNone/>
            </a:pPr>
            <a:r>
              <a:rPr lang="en-US" sz="1600" dirty="0"/>
              <a:t>               Fake emails preventing to be banks or companies.</a:t>
            </a:r>
          </a:p>
          <a:p>
            <a:pPr marL="0" indent="0">
              <a:buNone/>
            </a:pPr>
            <a:r>
              <a:rPr lang="en-US" dirty="0"/>
              <a:t>2 :- Spear Phishing :-</a:t>
            </a:r>
          </a:p>
          <a:p>
            <a:pPr marL="0" indent="0">
              <a:buNone/>
            </a:pPr>
            <a:r>
              <a:rPr lang="en-US" sz="1600" dirty="0"/>
              <a:t>                 Targeted attacks on specific individuals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 :- Smishing :-</a:t>
            </a:r>
          </a:p>
          <a:p>
            <a:pPr marL="0" indent="0">
              <a:buNone/>
            </a:pPr>
            <a:r>
              <a:rPr lang="en-US" sz="1600" dirty="0"/>
              <a:t>                  Phishing through SMS message.</a:t>
            </a:r>
          </a:p>
          <a:p>
            <a:pPr marL="0" indent="0">
              <a:buNone/>
            </a:pPr>
            <a:r>
              <a:rPr lang="en-US" dirty="0"/>
              <a:t>4 :- Vishing :-</a:t>
            </a:r>
          </a:p>
          <a:p>
            <a:pPr marL="0" indent="0">
              <a:buNone/>
            </a:pPr>
            <a:r>
              <a:rPr lang="en-US" sz="1600" dirty="0"/>
              <a:t>                  Phishing through phone calls.</a:t>
            </a:r>
          </a:p>
        </p:txBody>
      </p:sp>
    </p:spTree>
    <p:extLst>
      <p:ext uri="{BB962C8B-B14F-4D97-AF65-F5344CB8AC3E}">
        <p14:creationId xmlns:p14="http://schemas.microsoft.com/office/powerpoint/2010/main" val="71646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7409-FDDA-BE06-F84E-57DF794C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Signs of Phishing Emails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8443E-A8A8-F766-E8C5-F5E658E0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Unknown sender address.</a:t>
            </a:r>
          </a:p>
          <a:p>
            <a:r>
              <a:rPr lang="en-US" sz="2400" dirty="0"/>
              <a:t>Urgent or threatening language.</a:t>
            </a:r>
          </a:p>
          <a:p>
            <a:r>
              <a:rPr lang="en-US" sz="2400" dirty="0"/>
              <a:t>Spelling and grammar mistake.</a:t>
            </a:r>
          </a:p>
          <a:p>
            <a:r>
              <a:rPr lang="en-US" sz="2400" dirty="0"/>
              <a:t>Suspicious links.</a:t>
            </a:r>
          </a:p>
          <a:p>
            <a:r>
              <a:rPr lang="en-US" sz="2400" dirty="0"/>
              <a:t>Unexpected attachments.</a:t>
            </a:r>
          </a:p>
          <a:p>
            <a:r>
              <a:rPr lang="en-US" sz="2400" dirty="0"/>
              <a:t>Request for personal information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39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198F-8C6E-8754-9B58-C3318F651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Fake Website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1F1C3-6A2A-9842-0DA6-3C6E81D77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Website URL carefully.</a:t>
            </a:r>
          </a:p>
          <a:p>
            <a:r>
              <a:rPr lang="en-US" sz="2400" dirty="0"/>
              <a:t>HTTPS security.</a:t>
            </a:r>
          </a:p>
          <a:p>
            <a:r>
              <a:rPr lang="en-US" sz="2400" dirty="0"/>
              <a:t>Domain name spelling.</a:t>
            </a:r>
          </a:p>
          <a:p>
            <a:r>
              <a:rPr lang="en-US" sz="2400" dirty="0"/>
              <a:t>Contact information.</a:t>
            </a:r>
          </a:p>
          <a:p>
            <a:r>
              <a:rPr lang="en-US" sz="2400" dirty="0"/>
              <a:t>Professional design.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Legitimate: www.amazon.com </a:t>
            </a:r>
          </a:p>
          <a:p>
            <a:r>
              <a:rPr lang="en-US" sz="2400" dirty="0"/>
              <a:t>Fake: www.amaz0n-security.com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3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55EF-0E20-994E-8B3B-F089EFE1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0E31-719E-A726-E820-2009F174A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technique used by attackers to manipulate people into revealing sensitive information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3200" dirty="0"/>
              <a:t>Common methods :-</a:t>
            </a:r>
          </a:p>
          <a:p>
            <a:pPr marL="0" indent="0">
              <a:buNone/>
            </a:pPr>
            <a:r>
              <a:rPr lang="en-US" sz="3200" dirty="0"/>
              <a:t>       </a:t>
            </a:r>
            <a:r>
              <a:rPr lang="en-US" sz="2400" dirty="0"/>
              <a:t>Impersonation.</a:t>
            </a:r>
          </a:p>
          <a:p>
            <a:pPr marL="0" indent="0">
              <a:buNone/>
            </a:pPr>
            <a:r>
              <a:rPr lang="en-US" sz="2400" dirty="0"/>
              <a:t>         Fear tactics.</a:t>
            </a:r>
          </a:p>
          <a:p>
            <a:pPr marL="0" indent="0">
              <a:buNone/>
            </a:pPr>
            <a:r>
              <a:rPr lang="en-US" sz="2400" dirty="0"/>
              <a:t>         Fake rewards.</a:t>
            </a:r>
          </a:p>
          <a:p>
            <a:pPr marL="0" indent="0">
              <a:buNone/>
            </a:pPr>
            <a:r>
              <a:rPr lang="en-US" sz="2400" dirty="0"/>
              <a:t>         Urgent request.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6609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BE9B-6F29-43DF-7426-C91879D1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C1AA-6A11-048F-05E7-2ABD5CF1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Fake Bank Email.</a:t>
            </a:r>
          </a:p>
          <a:p>
            <a:r>
              <a:rPr lang="en-US" sz="2400" b="1" dirty="0"/>
              <a:t>Example :</a:t>
            </a:r>
            <a:br>
              <a:rPr lang="en-US" sz="2400" dirty="0"/>
            </a:br>
            <a:r>
              <a:rPr lang="en-US" sz="2400" dirty="0"/>
              <a:t>"Your Account Will Be Suspended“</a:t>
            </a:r>
          </a:p>
          <a:p>
            <a:r>
              <a:rPr lang="en-US" sz="2400" b="1" dirty="0"/>
              <a:t>Message:</a:t>
            </a:r>
            <a:br>
              <a:rPr lang="en-US" sz="2400" dirty="0"/>
            </a:br>
            <a:r>
              <a:rPr lang="en-US" sz="2400" dirty="0"/>
              <a:t>"Click here immediately to verify your account.“</a:t>
            </a:r>
          </a:p>
          <a:p>
            <a:r>
              <a:rPr lang="en-US" sz="2400" dirty="0"/>
              <a:t>Warning Signs:</a:t>
            </a:r>
          </a:p>
          <a:p>
            <a:r>
              <a:rPr lang="en-US" sz="2400" dirty="0"/>
              <a:t>Urgent action requested </a:t>
            </a:r>
          </a:p>
          <a:p>
            <a:r>
              <a:rPr lang="en-US" sz="2400" dirty="0"/>
              <a:t>Unknown link </a:t>
            </a:r>
          </a:p>
          <a:p>
            <a:r>
              <a:rPr lang="en-US" sz="2400" dirty="0"/>
              <a:t>Request for credentials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7761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3FC1-3208-DCBA-C448-425736A8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Risks of Phishing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FAB895-1DF7-B422-32B2-A445FE45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Identity theft </a:t>
            </a:r>
          </a:p>
          <a:p>
            <a:r>
              <a:rPr lang="en-US" sz="2400" dirty="0"/>
              <a:t>Financial loss </a:t>
            </a:r>
          </a:p>
          <a:p>
            <a:r>
              <a:rPr lang="en-US" sz="2400" dirty="0"/>
              <a:t>Data breaches </a:t>
            </a:r>
          </a:p>
          <a:p>
            <a:r>
              <a:rPr lang="en-US" sz="2400" dirty="0"/>
              <a:t>Unauthorized account access </a:t>
            </a:r>
          </a:p>
          <a:p>
            <a:r>
              <a:rPr lang="en-US" sz="2400" dirty="0"/>
              <a:t>Malware infection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53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BEFF-26D1-E38B-D5AD-CC87C433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for Protection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A0698-764E-224D-DE3D-42996958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Never click unknown links. </a:t>
            </a:r>
          </a:p>
          <a:p>
            <a:r>
              <a:rPr lang="en-US" sz="2400" dirty="0"/>
              <a:t>Verify sender identities. </a:t>
            </a:r>
          </a:p>
          <a:p>
            <a:r>
              <a:rPr lang="en-US" sz="2400" dirty="0"/>
              <a:t>Use strong passwords. </a:t>
            </a:r>
          </a:p>
          <a:p>
            <a:r>
              <a:rPr lang="en-US" sz="2400" dirty="0"/>
              <a:t>Enable Two-Factor Authentication (2FA). </a:t>
            </a:r>
          </a:p>
          <a:p>
            <a:r>
              <a:rPr lang="en-US" sz="2400" dirty="0"/>
              <a:t>Update software regularly. </a:t>
            </a:r>
          </a:p>
          <a:p>
            <a:r>
              <a:rPr lang="en-US" sz="2400" dirty="0"/>
              <a:t>Report suspicious emails. </a:t>
            </a:r>
          </a:p>
        </p:txBody>
      </p:sp>
    </p:spTree>
    <p:extLst>
      <p:ext uri="{BB962C8B-B14F-4D97-AF65-F5344CB8AC3E}">
        <p14:creationId xmlns:p14="http://schemas.microsoft.com/office/powerpoint/2010/main" val="98184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64C4-69A2-AD59-1EF3-AF523838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6B70-C71F-20D5-C61B-2C888BA6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908" y="186269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Phishing attacks continue to be one of the most common cyber threats. Awareness and vigilance are the best defenses against phishing attempts.</a:t>
            </a:r>
          </a:p>
          <a:p>
            <a:r>
              <a:rPr lang="en-US" sz="2400" dirty="0"/>
              <a:t>By recognizing warning signs and following security practices, users can protect themselves and their organizations from cybercriminals.</a:t>
            </a:r>
          </a:p>
        </p:txBody>
      </p:sp>
    </p:spTree>
    <p:extLst>
      <p:ext uri="{BB962C8B-B14F-4D97-AF65-F5344CB8AC3E}">
        <p14:creationId xmlns:p14="http://schemas.microsoft.com/office/powerpoint/2010/main" val="376700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32F7-6D1B-18E2-06D2-C7DE3922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365125"/>
            <a:ext cx="7543800" cy="5426075"/>
          </a:xfrm>
        </p:spPr>
        <p:txBody>
          <a:bodyPr>
            <a:normAutofit/>
          </a:bodyPr>
          <a:lstStyle/>
          <a:p>
            <a:r>
              <a:rPr lang="en-IN" sz="8800" dirty="0">
                <a:solidFill>
                  <a:srgbClr val="FF0000"/>
                </a:solidFill>
              </a:rPr>
              <a:t>Thank You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27AE-5C13-9FCD-F6DA-9C854709F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7416" y="6104238"/>
            <a:ext cx="6386383" cy="72724"/>
          </a:xfrm>
        </p:spPr>
        <p:txBody>
          <a:bodyPr>
            <a:normAutofit fontScale="25000" lnSpcReduction="20000"/>
          </a:bodyPr>
          <a:lstStyle/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18694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392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Phishing Awareness Training     Understanding and Preventing Phishing Attacks</vt:lpstr>
      <vt:lpstr>Introduction of Phishing</vt:lpstr>
      <vt:lpstr>How Phishing Works : -</vt:lpstr>
      <vt:lpstr>Types of Phishing : -</vt:lpstr>
      <vt:lpstr>Common Signs of Phishing Emails</vt:lpstr>
      <vt:lpstr>Fake Website Identification</vt:lpstr>
      <vt:lpstr>Social Engineering</vt:lpstr>
      <vt:lpstr>Real-World Example :-</vt:lpstr>
      <vt:lpstr>Risks of Phishing</vt:lpstr>
      <vt:lpstr>Best Practices for Protection :-</vt:lpstr>
      <vt:lpstr>Conclusion :-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singh</dc:creator>
  <cp:lastModifiedBy>vishal singh</cp:lastModifiedBy>
  <cp:revision>2</cp:revision>
  <dcterms:created xsi:type="dcterms:W3CDTF">2026-05-30T07:31:21Z</dcterms:created>
  <dcterms:modified xsi:type="dcterms:W3CDTF">2026-06-23T04:25:45Z</dcterms:modified>
</cp:coreProperties>
</file>